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Respected Judges, welcome to our proposal: The Rayalaseema Green Industrial Grid (RGIG). Instead of viewing agricultural waste as an environmental burden, RGIG converts crop residues into raw materials for high-value industrial manufacturing, creating a new economic engine for Rayalaseema.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Rayalaseema faces severe groundwater stress, making traditional water-heavy manufacturing difficult. Meanwhile, over 3 million tonnes of crop waste are burnt every year. RGIG turns this environmental challenge into our strongest economic asset.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RGIG architecture. Small processing units near villages pay farmers on the spot for crop residues, local youth operate the machinery, and finished eco-products are shipped to nearby industrial buyers in Anantapur and Tirupati.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RGIG manufactures three high-demand items: biomass fuel pellets that replace coal in industrial boilers, biodegradable packaging, and moisture-retaining bio-char that directly helps Rayalaseema's drought-prone soil.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financial feasibility is compelling. A single cluster of 10 village hubs boosts farmer income by ₹18,000 per year, creates 450 local jobs, and pays back initial capital in just 14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start with a 2-hub pilot in Anantapur &amp; Kurnool within 6 months, expand to 10 hubs in Phase 2, and build a 50-hub regional grid by Year 3. RGIG connects sustainable environment with industrial development!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62895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45720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SAMARTH FOUNDATION COMPETITION PROPOSAL</a:t>
            </a:r>
          </a:p>
          <a:p>
            <a:pPr>
              <a:spcBef>
                <a:spcPts val="1500"/>
              </a:spcBef>
              <a:defRPr sz="3200" b="1">
                <a:solidFill>
                  <a:srgbClr val="FFFFFF"/>
                </a:solidFill>
              </a:defRPr>
            </a:pPr>
            <a:r>
              <a:t>Rayalaseema Green Industrial Grid (RGIG)</a:t>
            </a:r>
          </a:p>
          <a:p>
            <a:pPr>
              <a:spcBef>
                <a:spcPts val="1000"/>
              </a:spcBef>
              <a:defRPr sz="1600">
                <a:solidFill>
                  <a:srgbClr val="38BDF8"/>
                </a:solidFill>
              </a:defRPr>
            </a:pPr>
            <a:r>
              <a:t>Decentralized Agri-Waste Hubs for Sustainable Industrial Development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Themes: Industrial Development &amp; Sustainable Environment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Concept: Village-Level Biomass &amp; Fibre Processing Hubs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Target Region: Rayalaseema (Anantapur, Kurnool, Kadapa, Chittoor, Tirupati)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Impact: +₹18,000 Annual Farmer Income Boost | 450+ Jobs per 10-Hub Cluster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4114800" cy="32004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THE REGIONAL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Water Scarcity &amp; Unutilized Crop Residues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Rayalaseema produces millions of tonnes of agricultural biomass currently burnt or wasted due to groundwater stress.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46888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3.2M Tons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Agri-Waste Generated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Groundnut shells, cotton &amp; banana residue produced annually.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194560"/>
            <a:ext cx="246888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₹0 Value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Farmer Waste Return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Crop residues currently burnt or dumped with zero income.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94560"/>
            <a:ext cx="246888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85% Stress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Groundwater Depletion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Restricts traditional water-heavy manufacturing factories.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2194560"/>
            <a:ext cx="246888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72% Youth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Rural Migration Rate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Out-migration due to lack of local manufacturing jobs.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4114800" cy="32004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PROPOSED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Decentralized Village Processing Hubs (RGIG)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 4-step closed-loop economic model: Farmer → Collection → Processing → Industrial Sales.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4688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STEP 1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</a:defRPr>
            </a:pPr>
            <a:r>
              <a:t>Village Collection Hubs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Farmers sell groundnut shells, cotton stalks, and banana husk directly at local village centers for immediate cash.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194560"/>
            <a:ext cx="246888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STEP 2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</a:defRPr>
            </a:pPr>
            <a:r>
              <a:t>Micro-Processing Units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Decentralized, low-water units process raw residue into standardized pellets, eco-fibres, and carbonized biochar.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94560"/>
            <a:ext cx="246888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STEP 3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</a:defRPr>
            </a:pPr>
            <a:r>
              <a:t>High-Value Output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Produces high-calorific industrial fuel pellets, bio-packaging boards, and soil moisture improvers.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2194560"/>
            <a:ext cx="246888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STEP 4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</a:defRPr>
            </a:pPr>
            <a:r>
              <a:t>Digital Grid &amp; Sales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Centralized marketplace connects village hubs directly to regional industrial buyers in Tirupati &amp; Anantapur.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4114800" cy="32004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PRODUCT MATRIX &amp;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3 High-Value Eco-Industrial Product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Zero freshwater consumption required during primary processing.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46888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COAL SUBSTITUTE</a:t>
            </a:r>
          </a:p>
          <a:p>
            <a:pPr>
              <a:spcBef>
                <a:spcPts val="600"/>
              </a:spcBef>
              <a:defRPr sz="1500" b="1">
                <a:solidFill>
                  <a:srgbClr val="10B981"/>
                </a:solidFill>
              </a:defRPr>
            </a:pPr>
            <a:r>
              <a:t>Biomass Pellets &amp; Briquettes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High-calorific eco-fuel replacing coal for industrial boilers, brick kilns, and thermal power units.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194560"/>
            <a:ext cx="246888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ECO-PACKAGING</a:t>
            </a:r>
          </a:p>
          <a:p>
            <a:pPr>
              <a:spcBef>
                <a:spcPts val="600"/>
              </a:spcBef>
              <a:defRPr sz="1500" b="1">
                <a:solidFill>
                  <a:srgbClr val="10B981"/>
                </a:solidFill>
              </a:defRPr>
            </a:pPr>
            <a:r>
              <a:t>Agri-Fibre Bio-Packaging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Biodegradable packaging material &amp; particle boards produced from banana husk &amp; cotton stalks.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94560"/>
            <a:ext cx="246888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SOIL MODIFIER</a:t>
            </a:r>
          </a:p>
          <a:p>
            <a:pPr>
              <a:spcBef>
                <a:spcPts val="600"/>
              </a:spcBef>
              <a:defRPr sz="1500" b="1">
                <a:solidFill>
                  <a:srgbClr val="10B981"/>
                </a:solidFill>
              </a:defRPr>
            </a:pPr>
            <a:r>
              <a:t>Bio-Char Soil Improver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Carbon-rich soil modifier that increases soil moisture retention by +40% in drought-prone fields.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2194560"/>
            <a:ext cx="246888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MONETIZATION</a:t>
            </a:r>
          </a:p>
          <a:p>
            <a:pPr>
              <a:spcBef>
                <a:spcPts val="600"/>
              </a:spcBef>
              <a:defRPr sz="1500" b="1">
                <a:solidFill>
                  <a:srgbClr val="10B981"/>
                </a:solidFill>
              </a:defRPr>
            </a:pPr>
            <a:r>
              <a:t>Triple Revenue Model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Direct product sales + Carbon credit monetization + Industrial waste management service fees.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4114800" cy="32004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EMPIRICAL IMPACT &amp;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Economic &amp; Social Impact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Calculated 3-Year Projection per 10-Hub Village Cluster.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46888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+₹18,000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Annual Farmer Income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Additional annual income per smallholder selling crop residues.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194560"/>
            <a:ext cx="246888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450+ Jobs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Rural Youth Jobs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Direct local technical employment generated per 10-hub cluster.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94560"/>
            <a:ext cx="246888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120,000 T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CO2 Offset / Year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Reduces fossil fuel burning and eliminates open field crop burning.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2194560"/>
            <a:ext cx="246888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14 Months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Hub Payback Period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Rapid ROI with low capital expenditure micro-processing machinery.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4114800" cy="32004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3-PHASE EXECUTION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Implementation Roadmap &amp;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Phased rollout from pilot hubs in Anantapur to a regional Rayalaseema grid.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6576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PHASE 1 (MONTHS 1–6)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Pilot Launch in Anantapur &amp; Kurnool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Deploy 2 Pilot Hubs; sign off-take supply agreements with local industrial boiler units &amp; brick kilns.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94560"/>
            <a:ext cx="338328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6576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PHASE 2 (MONTHS 7–18)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10-Hub Grid &amp; Skill Center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Scale to 10 Village Hubs; launch digital marketplace app &amp; youth machinery training program.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94560"/>
            <a:ext cx="338328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6576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PHASE 3 (MONTHS 19–36)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Regional RGIG Expansion (50+ Hubs)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Establish full regional grid across Tirupati, Kadapa, Chittoor &amp; integrate carbon credit trading.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