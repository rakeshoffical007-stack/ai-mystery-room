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Respected Judges, welcome to our proposal: The Rayalaseema Green Industrial Grid (RGIG). Instead of viewing agricultural waste as an environmental burden, RGIG converts crop residues into raw materials for high-value industrial manufacturing, creating a new economic engine for Rayalaseema.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Rayalaseema faces severe groundwater stress, making traditional water-heavy manufacturing difficult. Meanwhile, over 3 million tonnes of crop waste are burnt every year. RGIG turns this environmental challenge into our strongest economic asset.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RGIG architecture. Small processing units near villages pay farmers on the spot for crop residues, local youth operate the machinery, and finished eco-products are shipped to nearby industrial buyers in Anantapur and Tirupati.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RGIG manufactures three high-demand items: biomass fuel pellets that replace coal in industrial boilers, biodegradable packaging, and moisture-retaining bio-char that directly helps Rayalaseema's drought-prone soil.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financial feasibility is compelling. A single cluster of 10 village hubs boosts farmer income by ₹18,000 per year, creates 450 local jobs, and pays back initial capital in just 14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 with a 2-hub pilot in Anantapur &amp; Kurnool within 6 months, expand to 10 hubs in Phase 2, and build a 50-hub regional grid by Year 3. RGIG connects sustainable environment with industrial development!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ag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31520"/>
            <a:ext cx="6400800" cy="53949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731520"/>
            <a:ext cx="5029200" cy="5394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SAMARTH FOUNDATION PROPOSAL</a:t>
            </a:r>
          </a:p>
          <a:p>
            <a:pPr>
              <a:spcBef>
                <a:spcPts val="1000"/>
              </a:spcBef>
              <a:defRPr sz="2400" b="1">
                <a:solidFill>
                  <a:srgbClr val="FFFFFF"/>
                </a:solidFill>
              </a:defRPr>
            </a:pPr>
            <a:r>
              <a:t>Rayalaseema Green Industrial Grid (RGIG)</a:t>
            </a:r>
          </a:p>
          <a:p>
            <a:pPr>
              <a:spcBef>
                <a:spcPts val="800"/>
              </a:spcBef>
              <a:defRPr sz="1300">
                <a:solidFill>
                  <a:srgbClr val="38BDF8"/>
                </a:solidFill>
              </a:defRPr>
            </a:pPr>
            <a:r>
              <a:t>Decentralized Agri-Waste Hubs for Sustainable Industrial Development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Themes: Industrial Development &amp; Sustainable Environment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Concept: Village-Level Biomass &amp; Fibre Processing Hubs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Target Region: Rayalaseema (Anantapur, Kurnool, Kadapa, Chittoor, Tirupati)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Impact: +₹18,000 Annual Farmer Income Boost | 450+ Jobs per 10-Hub Cluster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THE REGIONAL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Water Scarcity &amp; Unutilized Crop Residues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Rayalaseema produces millions of tonnes of agricultural biomass currently burnt or wasted due to groundwater stress.</a:t>
            </a:r>
          </a:p>
        </p:txBody>
      </p:sp>
      <p:pic>
        <p:nvPicPr>
          <p:cNvPr id="5" name="Picture 4" descr="agri_wa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48463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920240"/>
            <a:ext cx="265176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3.2M Tons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Agri-Waste Generated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Groundnut shells, cotton &amp; banana residue produced annually.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920240"/>
            <a:ext cx="265176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₹0 Value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Farmer Waste Return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Crop residues currently burnt or dumped with zero income.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265176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85% Stress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Groundwater Depletion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Restricts traditional water-heavy manufacturing factories.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4251960"/>
            <a:ext cx="265176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72% Youth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Rural Migration Rate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Out-migration due to lack of local manufacturing jobs.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PROPOSED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Decentralized Village Processing Hubs (RGIG)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4-step closed-loop economic model: Farmer → Collection → Processing → Industrial Sales.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Village Collection Hubs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Farmers sell groundnut shells, cotton stalks, and banana husk directly at local village centers for immediate cash.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2024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Micro-Processing Units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Decentralized, low-water units process raw residue into standardized pellets, eco-fibres, and carbonized biochar.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High-Value Manufacturing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Produces high-calorific industrial fuel pellets, bio-packaging boards, and soil moisture improvers.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92024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STEP 4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Digital Grid &amp; Sales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Centralized marketplace connects village hubs directly to regional industrial buyers in Tirupati &amp; Anantapur.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PRODUCT MATRIX &amp;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 High-Value Eco-Industrial Product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Zero freshwater consumption required during primary processing.</a:t>
            </a:r>
          </a:p>
        </p:txBody>
      </p:sp>
      <p:pic>
        <p:nvPicPr>
          <p:cNvPr id="5" name="Picture 4" descr="bio_produ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475488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60720" y="1920240"/>
            <a:ext cx="566928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COAL SUBSTITUTE</a:t>
            </a:r>
          </a:p>
          <a:p>
            <a:pPr>
              <a:spcBef>
                <a:spcPts val="400"/>
              </a:spcBef>
              <a:defRPr sz="1500" b="1">
                <a:solidFill>
                  <a:srgbClr val="10B981"/>
                </a:solidFill>
              </a:defRPr>
            </a:pPr>
            <a:r>
              <a:t>Biomass Pellets &amp; Briquettes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High-calorific eco-fuel replacing coal for industrial boilers, brick kilns, and thermal power units.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3429000"/>
            <a:ext cx="566928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ECO-PACKAGING</a:t>
            </a:r>
          </a:p>
          <a:p>
            <a:pPr>
              <a:spcBef>
                <a:spcPts val="400"/>
              </a:spcBef>
              <a:defRPr sz="1500" b="1">
                <a:solidFill>
                  <a:srgbClr val="10B981"/>
                </a:solidFill>
              </a:defRPr>
            </a:pPr>
            <a:r>
              <a:t>Agri-Fibre Bio-Packaging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Biodegradable packaging material &amp; particle boards produced from banana husk &amp; cotton stalks.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4937760"/>
            <a:ext cx="566928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SOIL MODIFIER</a:t>
            </a:r>
          </a:p>
          <a:p>
            <a:pPr>
              <a:spcBef>
                <a:spcPts val="400"/>
              </a:spcBef>
              <a:defRPr sz="1500" b="1">
                <a:solidFill>
                  <a:srgbClr val="10B981"/>
                </a:solidFill>
              </a:defRPr>
            </a:pPr>
            <a:r>
              <a:t>Bio-Char Soil Improver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Carbon-rich soil modifier that increases soil moisture retention by +40% in drought-prone fields.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EMPIRICAL IMPACT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Economic &amp; Social Impact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Calculated 3-Year Projection per 10-Hub Village Cluster.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+₹18,000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Annual Farmer Income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Additional annual income per smallholder selling crop residues.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2024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450+ Jobs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Rural Youth Jobs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Direct local technical employment generated per 10-hub cluster.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120,000 T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CO2 Offset / Year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Reduces fossil fuel burning and eliminates open field crop burning.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92024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36576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14 Months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Hub Payback Period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Rapid ROI with low capital expenditure micro-processing machinery.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3-PHASE 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Implementation Roadmap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Phased rollout from pilot hubs in Anantapur to a regional Rayalaseema grid.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PHASE 1 (MONTHS 1–6)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Pilot Launch in Anantapur &amp; Kurnool</a:t>
            </a:r>
          </a:p>
          <a:p>
            <a:pPr>
              <a:spcBef>
                <a:spcPts val="1400"/>
              </a:spcBef>
              <a:defRPr sz="1150">
                <a:solidFill>
                  <a:srgbClr val="94A3B8"/>
                </a:solidFill>
              </a:defRPr>
            </a:pPr>
            <a:r>
              <a:t>Deploy 2 Pilot Hubs; sign off-take supply agreements with local industrial boiler units &amp; brick kilns.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PHASE 2 (MONTHS 7–18)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10-Hub Grid &amp; Skill Center</a:t>
            </a:r>
          </a:p>
          <a:p>
            <a:pPr>
              <a:spcBef>
                <a:spcPts val="1400"/>
              </a:spcBef>
              <a:defRPr sz="1150">
                <a:solidFill>
                  <a:srgbClr val="94A3B8"/>
                </a:solidFill>
              </a:defRPr>
            </a:pPr>
            <a:r>
              <a:t>Scale to 10 Village Hubs; launch digital marketplace app &amp; youth machinery training program.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PHASE 3 (MONTHS 19–36)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Regional RGIG Expansion (50+ Hubs)</a:t>
            </a:r>
          </a:p>
          <a:p>
            <a:pPr>
              <a:spcBef>
                <a:spcPts val="1400"/>
              </a:spcBef>
              <a:defRPr sz="1150">
                <a:solidFill>
                  <a:srgbClr val="94A3B8"/>
                </a:solidFill>
              </a:defRPr>
            </a:pPr>
            <a:r>
              <a:t>Establish full regional grid across Tirupati, Kadapa, Chittoor &amp; integrate carbon credit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